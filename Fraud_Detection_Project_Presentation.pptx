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75320" y="1097280"/>
            <a:ext cx="411480" cy="411480"/>
          </a:xfrm>
          <a:prstGeom prst="ellipse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1737360"/>
            <a:ext cx="411480" cy="411480"/>
          </a:xfrm>
          <a:prstGeom prst="ellipse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3017520"/>
            <a:ext cx="411480" cy="41148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3657600"/>
            <a:ext cx="411480" cy="411480"/>
          </a:xfrm>
          <a:prstGeom prst="ellipse">
            <a:avLst/>
          </a:prstGeom>
          <a:solidFill>
            <a:srgbClr val="6E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92440" y="4892040"/>
            <a:ext cx="411480" cy="411480"/>
          </a:xfrm>
          <a:prstGeom prst="ellipse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95560" y="5212080"/>
            <a:ext cx="411480" cy="411480"/>
          </a:xfrm>
          <a:prstGeom prst="ellipse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68512" y="1298448"/>
            <a:ext cx="1207008" cy="27432"/>
          </a:xfrm>
          <a:prstGeom prst="rect">
            <a:avLst/>
          </a:prstGeom>
          <a:solidFill>
            <a:srgbClr val="31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1508760"/>
            <a:ext cx="36576" cy="1600200"/>
          </a:xfrm>
          <a:prstGeom prst="rect">
            <a:avLst/>
          </a:prstGeom>
          <a:solidFill>
            <a:srgbClr val="31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3127248"/>
            <a:ext cx="1371600" cy="27432"/>
          </a:xfrm>
          <a:prstGeom prst="rect">
            <a:avLst/>
          </a:prstGeom>
          <a:solidFill>
            <a:srgbClr val="31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3337560"/>
            <a:ext cx="36576" cy="1691640"/>
          </a:xfrm>
          <a:prstGeom prst="rect">
            <a:avLst/>
          </a:prstGeom>
          <a:solidFill>
            <a:srgbClr val="31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5074920"/>
            <a:ext cx="1691640" cy="27432"/>
          </a:xfrm>
          <a:prstGeom prst="rect">
            <a:avLst/>
          </a:prstGeom>
          <a:solidFill>
            <a:srgbClr val="31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40112" y="1965960"/>
            <a:ext cx="36576" cy="1664208"/>
          </a:xfrm>
          <a:prstGeom prst="rect">
            <a:avLst/>
          </a:prstGeom>
          <a:solidFill>
            <a:srgbClr val="31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66960" y="3886200"/>
            <a:ext cx="685800" cy="1371600"/>
          </a:xfrm>
          <a:prstGeom prst="rect">
            <a:avLst/>
          </a:prstGeom>
          <a:solidFill>
            <a:srgbClr val="31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914400"/>
            <a:ext cx="6583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5D0BA"/>
                </a:solidFill>
                <a:latin typeface="Aptos"/>
              </a:rPr>
              <a:t>LOYIHA TAQDIMOTI  /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554480"/>
            <a:ext cx="694944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F3F7FC"/>
                </a:solidFill>
                <a:latin typeface="Aptos"/>
              </a:rPr>
              <a:t>PARALLEL</a:t>
            </a:r>
          </a:p>
          <a:p>
            <a:pPr algn="l">
              <a:spcAft>
                <a:spcPts val="400"/>
              </a:spcAft>
            </a:pPr>
            <a:r>
              <a:rPr sz="3300" b="1">
                <a:solidFill>
                  <a:srgbClr val="F3F7FC"/>
                </a:solidFill>
                <a:latin typeface="Aptos"/>
              </a:rPr>
              <a:t>FRAUD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6217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9B8CC"/>
                </a:solidFill>
                <a:latin typeface="Aptos"/>
              </a:rPr>
              <a:t>FastAPI  •  Random Forest  •  Parallel benchmark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60520"/>
            <a:ext cx="5577840" cy="7772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370832"/>
            <a:ext cx="51663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3F7FC"/>
                </a:solidFill>
                <a:latin typeface="Aptos"/>
              </a:rPr>
              <a:t>Tranzaksiyani baholash va fraud riskini aniqlash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5669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Bajarilgan ishlar, sinov usuli va natijalar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Loyiha nima qiladi?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KIRISH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96112"/>
            <a:ext cx="10881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Maqsad — tranzaksiyani qabul qilish, shubha riskini baholash va natijani saqlash.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3429000" cy="1874519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1691639"/>
            <a:ext cx="54864" cy="150876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673351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1  Qabul qilish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148839"/>
            <a:ext cx="2862072" cy="11247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FastAPI POST endpoint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Pydantic request validation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Async SQLAlchemy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1691639"/>
            <a:ext cx="54864" cy="1508760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673351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2  Baholash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148839"/>
            <a:ext cx="2862072" cy="11247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Oldindan train qilingan pipeline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Fraud risk score: 0–1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Threshold bilan fraud qarori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08760"/>
            <a:ext cx="3429000" cy="1874519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1" y="1691639"/>
            <a:ext cx="54864" cy="15087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673351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3  Saqlash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148839"/>
            <a:ext cx="2862072" cy="11247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Transaction jadvali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FraudResult jadvali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SQLite async DB (lokal sozlama)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0752"/>
            <a:ext cx="10835640" cy="1417320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10058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5D0BA"/>
                </a:solidFill>
                <a:latin typeface="Aptos"/>
              </a:rPr>
              <a:t>Asosiy oqim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70832"/>
            <a:ext cx="100584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Postman → POST /transaction/add/ → validatsiya → predict_proba → risk/status → DB commit →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Tizim arxitekturasi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ARXITEKTURA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2331720" cy="129844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57400"/>
            <a:ext cx="2331720" cy="10972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3F7FC"/>
                </a:solidFill>
                <a:latin typeface="Aptos"/>
              </a:rPr>
              <a:t>Postman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16352"/>
            <a:ext cx="207568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JSON so‘rovi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532888"/>
            <a:ext cx="438912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5D0B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057400"/>
            <a:ext cx="2331720" cy="129844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057400"/>
            <a:ext cx="2331720" cy="109728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359152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3F7FC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816352"/>
            <a:ext cx="207568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Router +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532888"/>
            <a:ext cx="438912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5D0B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2057400"/>
            <a:ext cx="2331720" cy="129844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2057400"/>
            <a:ext cx="2331720" cy="10972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359152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3F7FC"/>
                </a:solidFill>
                <a:latin typeface="Aptos"/>
              </a:rP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816352"/>
            <a:ext cx="207568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Pipeline + model.pkl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532888"/>
            <a:ext cx="438912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35D0BA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81744" y="2057400"/>
            <a:ext cx="2331720" cy="129844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81744" y="2057400"/>
            <a:ext cx="2331720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18904" y="2359152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3F7FC"/>
                </a:solidFill>
                <a:latin typeface="Aptos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816352"/>
            <a:ext cx="207568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Transaction +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58768"/>
            <a:ext cx="4892040" cy="1280160"/>
          </a:xfrm>
          <a:prstGeom prst="roundRect">
            <a:avLst/>
          </a:prstGeom>
          <a:solidFill>
            <a:srgbClr val="101A29"/>
          </a:solidFill>
          <a:ln w="12700">
            <a:solidFill>
              <a:srgbClr val="26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968496"/>
            <a:ext cx="452627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ILOVA ISHGA TUSHIRISH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297679"/>
            <a:ext cx="4526279" cy="76809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3F7FC"/>
                </a:solidFill>
                <a:latin typeface="Consolas"/>
              </a:rPr>
              <a:t>uvicorn app.main:app --reload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858768"/>
            <a:ext cx="5166360" cy="1280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041648"/>
            <a:ext cx="54864" cy="914399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4023359"/>
            <a:ext cx="46360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API yo‘llari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498848"/>
            <a:ext cx="4599432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POST /transaction/add/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GET /transaction/get/{transaction_id}/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Training dataset: PaySim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MA’LUMOT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96112"/>
            <a:ext cx="10881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Ishlatilgan CSV: data/PS_20174392719_1491204439457_log.csv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44752"/>
            <a:ext cx="2331720" cy="98755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00200"/>
            <a:ext cx="2103120" cy="3931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35D0BA"/>
                </a:solidFill>
                <a:latin typeface="Aptos"/>
              </a:rPr>
              <a:t>6,362,620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2103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qator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44752"/>
            <a:ext cx="2331720" cy="98755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600200"/>
            <a:ext cx="2103120" cy="3931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35D0BA"/>
                </a:solidFill>
                <a:latin typeface="Aptos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057400"/>
            <a:ext cx="2103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ustun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44752"/>
            <a:ext cx="2331720" cy="98755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600200"/>
            <a:ext cx="2103120" cy="3931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B454"/>
                </a:solidFill>
                <a:latin typeface="Aptos"/>
              </a:rPr>
              <a:t>8,213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057400"/>
            <a:ext cx="2103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fraud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444752"/>
            <a:ext cx="2331720" cy="98755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600200"/>
            <a:ext cx="2103120" cy="3931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B454"/>
                </a:solidFill>
                <a:latin typeface="Aptos"/>
              </a:rPr>
              <a:t>6,354,407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057400"/>
            <a:ext cx="2103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normal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761488"/>
            <a:ext cx="5212080" cy="23317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" y="2944368"/>
            <a:ext cx="54864" cy="196596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2926080"/>
            <a:ext cx="46817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Dataset tahlili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3401568"/>
            <a:ext cx="4645152" cy="1581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Target: isFraud (0 normal, 1 fraud)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Missing qiymatlar: yo‘q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Numeric: step, amount, balanslar, isFlaggedFraud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Categorical: type, nameOrig, nameDest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761488"/>
            <a:ext cx="5212080" cy="23317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792" y="2944368"/>
            <a:ext cx="54864" cy="19659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926080"/>
            <a:ext cx="46817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Model feature’lari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401568"/>
            <a:ext cx="4645152" cy="1581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8 feature ishlatildi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nameOrig/nameDest — ID, chiqarildi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Fraud ulushi ≈ 0.129% (imbalanced)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80/20 stratified train/test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Modelni o‘qitish jarayoni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53312"/>
            <a:ext cx="10332720" cy="57607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453896"/>
            <a:ext cx="62179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5D0B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444752"/>
            <a:ext cx="896112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F7FC"/>
                </a:solidFill>
                <a:latin typeface="Aptos"/>
              </a:rPr>
              <a:t>CSV schema va targetni aniqlash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920240"/>
            <a:ext cx="320040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5D0BA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85416"/>
            <a:ext cx="10332720" cy="576072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286000"/>
            <a:ext cx="62179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5D0B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276856"/>
            <a:ext cx="896112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F7FC"/>
                </a:solidFill>
                <a:latin typeface="Aptos"/>
              </a:rPr>
              <a:t>isFraud target; ID ustunlarini chiqarish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752344"/>
            <a:ext cx="320040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5D0BA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017520"/>
            <a:ext cx="10332720" cy="57607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118103"/>
            <a:ext cx="62179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5D0B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108960"/>
            <a:ext cx="896112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F7FC"/>
                </a:solidFill>
                <a:latin typeface="Aptos"/>
              </a:rPr>
              <a:t>Stratified train/test split (80/20)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584448"/>
            <a:ext cx="320040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5D0BA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849624"/>
            <a:ext cx="10332720" cy="576072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950208"/>
            <a:ext cx="62179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5D0BA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941063"/>
            <a:ext cx="896112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F7FC"/>
                </a:solidFill>
                <a:latin typeface="Aptos"/>
              </a:rPr>
              <a:t>Preprocessing + RandomForestClassifier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416552"/>
            <a:ext cx="320040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5D0BA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681728"/>
            <a:ext cx="10332720" cy="57607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782312"/>
            <a:ext cx="62179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5D0BA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773168"/>
            <a:ext cx="896112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3F7FC"/>
                </a:solidFill>
                <a:latin typeface="Aptos"/>
              </a:rPr>
              <a:t>Test metrikalari + joblib.dump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2870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Model: Random Forest  |  Categorical encoding: OneHotEncoder  |  Artifact: app/ml/model.pkl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Training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ML NATIJA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96112"/>
            <a:ext cx="10881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To‘liq datasetdagi holdout test metrikalari — trening skriptining real chiqishi.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15087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3F7FC"/>
                </a:solidFill>
                <a:latin typeface="Aptos"/>
              </a:rP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426464"/>
            <a:ext cx="6812280" cy="228600"/>
          </a:xfrm>
          <a:prstGeom prst="round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1426464"/>
            <a:ext cx="6787074" cy="228600"/>
          </a:xfrm>
          <a:prstGeom prst="round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54896" y="1380744"/>
            <a:ext cx="1325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35D0BA"/>
                </a:solidFill>
                <a:latin typeface="Aptos"/>
              </a:rPr>
              <a:t>99.63%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57984"/>
            <a:ext cx="15087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3F7FC"/>
                </a:solidFill>
                <a:latin typeface="Aptos"/>
              </a:rPr>
              <a:t>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194560"/>
            <a:ext cx="6812280" cy="228600"/>
          </a:xfrm>
          <a:prstGeom prst="round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23160" y="2194560"/>
            <a:ext cx="1713969" cy="228600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54896" y="2148840"/>
            <a:ext cx="1325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FFB454"/>
                </a:solidFill>
                <a:latin typeface="Aptos"/>
              </a:rPr>
              <a:t>25.16%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15087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3F7FC"/>
                </a:solidFill>
                <a:latin typeface="Aptos"/>
              </a:rPr>
              <a:t>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2962656"/>
            <a:ext cx="6812280" cy="228600"/>
          </a:xfrm>
          <a:prstGeom prst="round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23160" y="2962656"/>
            <a:ext cx="6559544" cy="228600"/>
          </a:xfrm>
          <a:prstGeom prst="roundRect">
            <a:avLst/>
          </a:prstGeom>
          <a:solidFill>
            <a:srgbClr val="6E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2916936"/>
            <a:ext cx="1325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6EE7A8"/>
                </a:solidFill>
                <a:latin typeface="Aptos"/>
              </a:rPr>
              <a:t>96.29%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15087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3F7FC"/>
                </a:solidFill>
                <a:latin typeface="Aptos"/>
              </a:rPr>
              <a:t>F1-score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3730752"/>
            <a:ext cx="6812280" cy="228600"/>
          </a:xfrm>
          <a:prstGeom prst="round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23160" y="3730752"/>
            <a:ext cx="2718099" cy="228600"/>
          </a:xfrm>
          <a:prstGeom prst="round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3685032"/>
            <a:ext cx="1325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70A7FF"/>
                </a:solidFill>
                <a:latin typeface="Aptos"/>
              </a:rPr>
              <a:t>39.90%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62272"/>
            <a:ext cx="15087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3F7FC"/>
                </a:solidFill>
                <a:latin typeface="Aptos"/>
              </a:rPr>
              <a:t>ROC-AUC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4498848"/>
            <a:ext cx="6812280" cy="228600"/>
          </a:xfrm>
          <a:prstGeom prst="round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23160" y="4498848"/>
            <a:ext cx="6807511" cy="228600"/>
          </a:xfrm>
          <a:prstGeom prst="round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4453128"/>
            <a:ext cx="13258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35D0BA"/>
                </a:solidFill>
                <a:latin typeface="Aptos"/>
              </a:rPr>
              <a:t>99.93%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440680"/>
            <a:ext cx="10332720" cy="612648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577840"/>
            <a:ext cx="9966960" cy="338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Fraud detectionda recall va ROC-AUC muhim; class imbalance tufayli accuracy yolg‘iz yetarli emas.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Metrikalarni talqin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ML TALQIN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3429000" cy="193852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664208"/>
            <a:ext cx="54864" cy="157276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Recall 96.29%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2862072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Test fraudlarining katta qismi topildi.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Fraudni o‘tkazib yuborish xavfini o‘lchaydi.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81328"/>
            <a:ext cx="3429000" cy="193852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664208"/>
            <a:ext cx="54864" cy="157276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Precision 25.16%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21408"/>
            <a:ext cx="2862072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Fraud deb belgilanganlarning taxminan choragi fraud.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False positive’lar ko‘p bo‘lishi mumkin.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81328"/>
            <a:ext cx="3429000" cy="193852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664208"/>
            <a:ext cx="54864" cy="1572768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64592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ROC-AUC 0.9993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121408"/>
            <a:ext cx="2862072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Threshold bo‘ylab ajratish qobiliyati yuqori.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Threshold biznes xarajatiga qarab tanlanadi.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03904"/>
            <a:ext cx="10744200" cy="1280160"/>
          </a:xfrm>
          <a:prstGeom prst="roundRect">
            <a:avLst/>
          </a:prstGeom>
          <a:solidFill>
            <a:srgbClr val="3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101498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3F7FC"/>
                </a:solidFill>
                <a:latin typeface="Aptos"/>
              </a:rPr>
              <a:t>Yuqori ROC-AUC ishlab chiqarish samarasi kafolati emas. Model PaySim ma’lumotida sinovdan o‘tgan; mahalliy tranzaksiyalar bilan alohida validatsiya kerak.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Parallellashtirish qayerda?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96112"/>
            <a:ext cx="10881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Parallelizm benchmark usullarini taqqoslashda tasvirlangan; fraud API oqimiga hali ulanmagan.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3429000" cy="21031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1664208"/>
            <a:ext cx="54864" cy="173736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64592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Serial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121408"/>
            <a:ext cx="2862072" cy="1353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Bitta oqimda hisoblash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Parallel natijalarni solishtirish uchun tayanch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81328"/>
            <a:ext cx="3429000" cy="21031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1664208"/>
            <a:ext cx="54864" cy="1737360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64592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Multiprocessing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121408"/>
            <a:ext cx="2862072" cy="1353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Pool.map worker jarayonlari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CPU ishini bo‘laklab tarqatish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Worker/chunksize variantlari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81328"/>
            <a:ext cx="3429000" cy="21031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1" y="1664208"/>
            <a:ext cx="54864" cy="17373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645920"/>
            <a:ext cx="289864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Thread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121408"/>
            <a:ext cx="2862072" cy="1353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4 thread + bounded queue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Producer/consumer oqimi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•  Queue capacity variantlari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31920"/>
            <a:ext cx="10835640" cy="1280160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114800"/>
            <a:ext cx="10287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3F7FC"/>
                </a:solidFill>
                <a:latin typeface="Aptos"/>
              </a:rPr>
              <a:t>Muhim: FastAPI endpoint prediction’ni hozir bitta request ichida sinxron chaqiradi. app/fraud parallel rule-engine hali endpointga ulanmagan.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Benchmark: o‘lchash va ishonchlilik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PARALLEL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09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5074920" cy="21488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627632"/>
            <a:ext cx="54864" cy="17830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09344"/>
            <a:ext cx="454456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Taqqoslash metodikasi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84832"/>
            <a:ext cx="4507992" cy="1399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Serial vs parallel bir xil inputda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Pool worker/chunksize variantlari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Thread queue capacity: 16 va 1024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Input yaratish/check timed qismdan tashqarida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44752"/>
            <a:ext cx="5074920" cy="21488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627632"/>
            <a:ext cx="54864" cy="1783080"/>
          </a:xfrm>
          <a:prstGeom prst="rect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09344"/>
            <a:ext cx="454456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Correctness tekshiruvi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84832"/>
            <a:ext cx="4507992" cy="1399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To‘liq output massivlari solishtiriladi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BLAKE2b digest tengligi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O‘lchamlar: N/4, N/2, 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README’dagi katta default: N = 51,000,000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13632"/>
            <a:ext cx="10469880" cy="1143000"/>
          </a:xfrm>
          <a:prstGeom prst="roundRect">
            <a:avLst/>
          </a:prstGeom>
          <a:solidFill>
            <a:srgbClr val="3A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096512"/>
            <a:ext cx="100126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454"/>
                </a:solidFill>
                <a:latin typeface="Aptos"/>
              </a:rPr>
              <a:t>Hisobotda benchmark runtime/speedup qiymatlari mavjud emas: script va natija artefaktlari hozir workspace’da topilmadi. Shu sabab raqam uydirilmadi.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Postman’da POST so‘rovini sinash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POSTMAN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96112"/>
            <a:ext cx="10881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Server: uvicorn app.main:app --reload  |  Header: Content-Type: application/json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6903720" cy="4709160"/>
          </a:xfrm>
          <a:prstGeom prst="roundRect">
            <a:avLst/>
          </a:prstGeom>
          <a:solidFill>
            <a:srgbClr val="101A29"/>
          </a:solidFill>
          <a:ln w="12700">
            <a:solidFill>
              <a:srgbClr val="26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653795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BODY → RAW →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6537959" cy="41970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POST http://127.0.0.1:8000/transaction/add/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{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"user_id": 12345,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"amount": 15000000,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"currency": "UZS",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"country": "Uzbekistan",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"city": "Tashkent",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"transactions_last_10_min": 2,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"is_new_device": false,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"step": 100,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"type": "TRANSFER",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"oldbalanceOrg": 20000000,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"newbalanceOrig": 5000000,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"oldbalanceDest": 0,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"newbalanceDest": 15000000,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  "isFlaggedFraud": 0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3F7FC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508760"/>
            <a:ext cx="3337560" cy="182880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1" y="1691639"/>
            <a:ext cx="54864" cy="146304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73351"/>
            <a:ext cx="28072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Postman sozlamasi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48839"/>
            <a:ext cx="2770632" cy="10789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Method: POST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Body: raw / JSON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Avval server ishga tushsin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611880"/>
            <a:ext cx="3337560" cy="19659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1" y="3794760"/>
            <a:ext cx="54864" cy="16002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776472"/>
            <a:ext cx="28072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Eslatma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251960"/>
            <a:ext cx="2770632" cy="1216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14 ta field talab qilinadi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PaySim feature’larini real source’dan oling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•  Misol natijani kafolatlamaydi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Javobni tekshirish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POSTMAN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96112"/>
            <a:ext cx="108813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Endpoint prediction natijasini qaytaradi va transaction/fraud natijasini saqlaydi.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120640" cy="2606040"/>
          </a:xfrm>
          <a:prstGeom prst="roundRect">
            <a:avLst/>
          </a:prstGeom>
          <a:solidFill>
            <a:srgbClr val="101A29"/>
          </a:solidFill>
          <a:ln w="12700">
            <a:solidFill>
              <a:srgbClr val="26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5487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JAVOB SHAKLI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83664"/>
            <a:ext cx="4754879" cy="2093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3F7FC"/>
                </a:solidFill>
                <a:latin typeface="Consolas"/>
              </a:rPr>
              <a:t>{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3F7FC"/>
                </a:solidFill>
                <a:latin typeface="Consolas"/>
              </a:rPr>
              <a:t>  "transaction_id": 42,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3F7FC"/>
                </a:solidFill>
                <a:latin typeface="Consolas"/>
              </a:rPr>
              <a:t>  "risk_score": 0.73,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3F7FC"/>
                </a:solidFill>
                <a:latin typeface="Consolas"/>
              </a:rPr>
              <a:t>  "is_fraud": true,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3F7FC"/>
                </a:solidFill>
                <a:latin typeface="Consolas"/>
              </a:rPr>
              <a:t>  "status": "fraud"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3F7FC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44752"/>
            <a:ext cx="4983480" cy="26060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627632"/>
            <a:ext cx="54864" cy="2240280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09344"/>
            <a:ext cx="44531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Postman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84832"/>
            <a:ext cx="4416552" cy="1856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HTTP 200 qaytishi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risk_score 0–1 oralig‘ida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is_fraud boolean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status: fraud yoki legitimate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Transaction va FraudResult saqlanishi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80560"/>
            <a:ext cx="10469880" cy="868680"/>
          </a:xfrm>
          <a:prstGeom prst="roundRect">
            <a:avLst/>
          </a:prstGeom>
          <a:solidFill>
            <a:srgbClr val="3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645152"/>
            <a:ext cx="996696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F7FC"/>
                </a:solidFill>
                <a:latin typeface="Aptos"/>
              </a:rPr>
              <a:t>Javobdagi qiymatlar namuna; aynan shu request fraud deb belgilanadi degani emas.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41148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6012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3F7FC"/>
                </a:solidFill>
                <a:latin typeface="Aptos"/>
              </a:rPr>
              <a:t>Hozirgi holat va keyingi qadamlar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438912"/>
            <a:ext cx="1645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5D0BA"/>
                </a:solidFill>
                <a:latin typeface="Aptos"/>
              </a:rP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18520" cy="10972"/>
          </a:xfrm>
          <a:prstGeom prst="rect">
            <a:avLst/>
          </a:prstGeom>
          <a:solidFill>
            <a:srgbClr val="26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7772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PARALLEL FRAUD DETECTION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9672"/>
            <a:ext cx="731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A9B8CC"/>
                </a:solidFill>
                <a:latin typeface="Aptos"/>
              </a:rP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27889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600200"/>
            <a:ext cx="54864" cy="2423160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581912"/>
            <a:ext cx="459028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Bajarilgan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57400"/>
            <a:ext cx="4553712" cy="20391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FastAPI transaction endpoint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Async SQLAlchemy + SQLite jadvallari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PaySim’da Random Forest trening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Risk score / fraud qarori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Postman request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120640" cy="278892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600200"/>
            <a:ext cx="54864" cy="242316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581912"/>
            <a:ext cx="459028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3F7FC"/>
                </a:solidFill>
                <a:latin typeface="Aptos"/>
              </a:rPr>
              <a:t>Keyingi ishlar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57400"/>
            <a:ext cx="4553712" cy="20391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Mahalliy label’li fraud dataset yig‘ish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Real API feature’larida qayta train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Parallel fraud service’ni endpointga ulash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Benchmark script/natijalarni tiklash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•  Threshold va false-positive siyosatini sozlash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10561320" cy="804672"/>
          </a:xfrm>
          <a:prstGeom prst="roundRect">
            <a:avLst/>
          </a:prstGeom>
          <a:solidFill>
            <a:srgbClr val="17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773168"/>
            <a:ext cx="1005840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3F7FC"/>
                </a:solidFill>
                <a:latin typeface="Aptos"/>
              </a:rPr>
              <a:t>Xulosa: ML trening natijasi bor; real API feature’lari va ishlab chiqarish parallelizmi bilan integratsiya — keyingi bosqich.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Fraud Detection — loyiha taqdimoti</dc:title>
  <dc:subject>Parallelizatsiya, FastAPI, Postman va ML natijalari</dc:subject>
  <dc:creator>Parallel Fraud Detection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